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COTIZACIÓN Y COSTEO PARA MANUFACTURA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961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motor de costeo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tu taller nunca tuvo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cotizaciones armadas a ojo, a presupuestos con costo real — calculados en segundos, no en horas.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6126480"/>
            <a:ext cx="914400" cy="0"/>
          </a:xfrm>
          <a:prstGeom prst="line">
            <a:avLst/>
          </a:prstGeom>
          <a:noFill/>
          <a:ln w="254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configurable  ·  Motor de costeo por reglas  ·  Cotización profesional automática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Cotizar a ojo cuesta caro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opera hoy la mayoría de los talleres de confección y manufactura por pedido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E7E8D1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28600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presupuesto se arma a mano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93192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Prenda por prenda, revisando materiales y actividades una por una — no hay un cálculo que se repita solo.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9659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E7E8D1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228600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310896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real no siempre llega al precio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393192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motor que sume materiales + mano de obra, el margen depende de la memoria de quien cotiza.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E7E8D1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28600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49640" y="310896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hay trazabilidad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49640" y="393192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cotizó, cuánto abonó el cliente y cuánto falta queda repartido en cuadernos u hojas sueltas.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motor, no una hoja más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cálculo que hoy se repite a mano, convertido en una regla que corre sola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8096" y="27432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27432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A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A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42616" y="274320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62656" y="27432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/>
        </p:spPr>
      </p:sp>
      <p:sp>
        <p:nvSpPr>
          <p:cNvPr id="8" name="Text 6"/>
          <p:cNvSpPr/>
          <p:nvPr/>
        </p:nvSpPr>
        <p:spPr>
          <a:xfrm>
            <a:off x="2962656" y="27432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A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A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pedido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37176" y="274320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57216" y="27432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/>
        </p:spPr>
      </p:sp>
      <p:sp>
        <p:nvSpPr>
          <p:cNvPr id="11" name="Text 9"/>
          <p:cNvSpPr/>
          <p:nvPr/>
        </p:nvSpPr>
        <p:spPr>
          <a:xfrm>
            <a:off x="5157216" y="27432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A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A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31736" y="274320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51776" y="27432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7351776" y="27432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26296" y="274320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46336" y="27432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/>
        </p:spPr>
      </p:sp>
      <p:sp>
        <p:nvSpPr>
          <p:cNvPr id="17" name="Text 15"/>
          <p:cNvSpPr/>
          <p:nvPr/>
        </p:nvSpPr>
        <p:spPr>
          <a:xfrm>
            <a:off x="9546336" y="27432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A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A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costo real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" y="4663440"/>
            <a:ext cx="10652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6B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comprador define su propio catálogo de productos y atributos (talla, color, tamaño, acabado, técnica...). El motor no cambia — solo las reglas que carga cada negocio.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vs. después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5A282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55080" y="1051560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1051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54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 ojo, con margen dudoso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554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real por combinación de producto + atributos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060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repetido a mano en cada prenda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260604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6060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de reglas calcula automáticamente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576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de qué se cotizó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365760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6576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con historial, abono y saldo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70916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7091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cotizador calcula distinto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5080" y="470916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7091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fuente de verdad para todo el equipo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configurable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negocio define qué hace único a cada producto — sin depender de un molde fijo.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E7E8D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94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categoría y subcategoría de lo que fabricas.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96596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E7E8D1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194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Talla, color, tamaño, acabado, técnica... los que apliquen a tu rubro.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96596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E7E8D1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2194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válidos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03920" y="274320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combinaciones son posibles para cada producto — evita errores al cotizar.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10725912" cy="1417320"/>
          </a:xfrm>
          <a:prstGeom prst="roundRect">
            <a:avLst>
              <a:gd name="adj" fmla="val 7742"/>
            </a:avLst>
          </a:prstGeom>
          <a:solidFill>
            <a:srgbClr val="5A2820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709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se generaliza el negocio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50749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no asume "talla" ni "tela" — asume atributos configurables. Sirve igual para confección, mobiliario, panadería o cualquier producto que se arma por pedido.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502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Cotizador con motor de costeo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del sistema: convierte una selección de pedido en una cotización con costo real.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Selecciona producto y atributos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60720" y="196596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elige lo que el cliente pidió, desde el catálogo ya cargado.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246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motor calcula consumo y costo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0" y="324612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materiales + actividades según las reglas de tu negocio — sin fórmulas a mano.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526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genera la cotización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60720" y="452628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Subtotal, total, abono y saldo, lista para entregar al cliente.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Excel, y no un software nuevo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8288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curva de aprendizaje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ya sabe usar Excel — no hay que capacitar en una plataforma nueva.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8288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51460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internet ni mensualidad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en el equipo del negocio; no depende de un servidor externo.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18288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251460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Protegido por diseño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03920" y="324612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y las fórmulas quedan bloqueados. Tú solo editas tu catálogo.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archivo .xlsm protegido con clave, listo para cargar tu catálogo desde el primer día.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Hoja de ruta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costeo primero. Todo lo demás se construye sobre esa base validada.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317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30632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+ Cotizador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costeo. Lo que resuelve el dolor más caro hoy.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3317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754880" y="30632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Materiales + Caja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977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insumos y control de abonos / saldo consolidado.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E7E8D1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23317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0" y="30632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Producción, Compras,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5A2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Ventas y CRM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3977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operativa completa, a partir de lo que el negocio confirme que necesita.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A2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Empecemos por tu catálogo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Cuéntame qué fabricas y con qué atributos arman cada pedido — con eso configuramos tu primera versión del cotizador.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 nombre]  ·  [Tu contacto]  ·  [Tu negocio]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2026-08-17T01:48:48Z</dcterms:created>
  <dcterms:modified xsi:type="dcterms:W3CDTF">2026-08-17T01:48:48Z</dcterms:modified>
</cp:coreProperties>
</file>